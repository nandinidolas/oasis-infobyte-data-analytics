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2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600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77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625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420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549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22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512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119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544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7447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49712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469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152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599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244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7882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156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89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285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856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025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8295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6543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39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941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2A54C3C-7402-4FCE-AA94-77CF58476F3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85869CF-D6D1-453A-AF96-CBABACFE3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45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9758A2-93D8-E483-5FDC-B9D620126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386294"/>
          </a:xfrm>
        </p:spPr>
        <p:txBody>
          <a:bodyPr>
            <a:normAutofit/>
          </a:bodyPr>
          <a:lstStyle/>
          <a:p>
            <a:r>
              <a:rPr lang="en-US" sz="1800" dirty="0"/>
              <a:t>OASIS INFOBYTE | DATA ANALYTICS INTERNSHIP</a:t>
            </a:r>
            <a:endParaRPr lang="en-IN" sz="1800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470080B-4D66-6013-FE1C-C2477991B050}"/>
              </a:ext>
            </a:extLst>
          </p:cNvPr>
          <p:cNvSpPr txBox="1">
            <a:spLocks/>
          </p:cNvSpPr>
          <p:nvPr/>
        </p:nvSpPr>
        <p:spPr>
          <a:xfrm>
            <a:off x="612647" y="2028042"/>
            <a:ext cx="6814847" cy="1918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spc="0" dirty="0">
                <a:solidFill>
                  <a:schemeClr val="accent1">
                    <a:lumMod val="75000"/>
                  </a:schemeClr>
                </a:solidFill>
              </a:rPr>
              <a:t>WINE QUALITY PREDICTION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716A1C2-BB23-9FA7-25D7-C7B6AD07129D}"/>
              </a:ext>
            </a:extLst>
          </p:cNvPr>
          <p:cNvSpPr txBox="1">
            <a:spLocks/>
          </p:cNvSpPr>
          <p:nvPr/>
        </p:nvSpPr>
        <p:spPr>
          <a:xfrm>
            <a:off x="612648" y="4374843"/>
            <a:ext cx="10963656" cy="386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EDA &amp; MACHINE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370096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DA48D-F308-FE62-BBAA-6532ED675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90144"/>
            <a:ext cx="10963656" cy="72317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Project Objective</a:t>
            </a:r>
            <a:endParaRPr lang="en-IN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9E0AF-F217-24E6-6D82-3F70574988C4}"/>
              </a:ext>
            </a:extLst>
          </p:cNvPr>
          <p:cNvSpPr txBox="1"/>
          <p:nvPr/>
        </p:nvSpPr>
        <p:spPr>
          <a:xfrm>
            <a:off x="612648" y="1459832"/>
            <a:ext cx="10963656" cy="3895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/>
              <a:t>Analyze</a:t>
            </a:r>
            <a:r>
              <a:rPr lang="en-IN" sz="2800" dirty="0"/>
              <a:t> the physicochemical properties of red wine.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Identify patterns and relationships in the dataset.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Train and evaluate machine learning classification models.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Compare model performance to identify the best-performing model.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32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3687-F2D3-872C-5992-5AA93E15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9184"/>
            <a:ext cx="10963656" cy="70256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Dataset Overview</a:t>
            </a:r>
            <a:endParaRPr lang="en-IN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1ADD5EC-BF18-0DB0-F7C1-5456285AAE4A}"/>
              </a:ext>
            </a:extLst>
          </p:cNvPr>
          <p:cNvSpPr txBox="1">
            <a:spLocks/>
          </p:cNvSpPr>
          <p:nvPr/>
        </p:nvSpPr>
        <p:spPr>
          <a:xfrm>
            <a:off x="612648" y="1031748"/>
            <a:ext cx="11244072" cy="4794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dirty="0"/>
              <a:t>The project uses the Red Wine Quality dataset.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dirty="0"/>
              <a:t>Dataset: Red Wine Quality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dirty="0"/>
              <a:t>Data Type: Numerical physicochemical measurements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dirty="0"/>
              <a:t>Features: Acidity, residual sugar, chlorides, density, pH, sulphates, and alcohol.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dirty="0"/>
              <a:t>Target: Wine quality category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dirty="0"/>
              <a:t>Categories: Low, Medium, and High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dirty="0"/>
              <a:t>The dataset is used to explore relationships between wine properties and quality.</a:t>
            </a:r>
          </a:p>
          <a:p>
            <a:endParaRPr lang="en-IN" sz="2400" b="0" dirty="0"/>
          </a:p>
        </p:txBody>
      </p:sp>
    </p:spTree>
    <p:extLst>
      <p:ext uri="{BB962C8B-B14F-4D97-AF65-F5344CB8AC3E}">
        <p14:creationId xmlns:p14="http://schemas.microsoft.com/office/powerpoint/2010/main" val="92769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8CCF-B3C9-53BC-BF5F-FF210DB16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585216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</a:rPr>
              <a:t>Project Workflow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F88437-CD8C-BE9E-BB94-6BAD78EB8DD1}"/>
              </a:ext>
            </a:extLst>
          </p:cNvPr>
          <p:cNvSpPr txBox="1">
            <a:spLocks/>
          </p:cNvSpPr>
          <p:nvPr/>
        </p:nvSpPr>
        <p:spPr>
          <a:xfrm>
            <a:off x="612648" y="1097280"/>
            <a:ext cx="10963656" cy="52486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Data Loading: </a:t>
            </a:r>
            <a:r>
              <a:rPr lang="en-IN" sz="2400" b="0" dirty="0"/>
              <a:t>Imported the wine quality dataset using Python.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Data Exploration: </a:t>
            </a:r>
            <a:r>
              <a:rPr lang="en-IN" sz="2400" b="0" dirty="0"/>
              <a:t>Checked the dataset structure, missing values, and duplicates.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Data Visualization: </a:t>
            </a:r>
            <a:r>
              <a:rPr lang="en-IN" sz="2400" b="0" dirty="0"/>
              <a:t>Created charts to understand distributions and correlations.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Feature Engineering: </a:t>
            </a:r>
            <a:r>
              <a:rPr lang="en-IN" sz="2400" b="0" dirty="0"/>
              <a:t>Grouped wine quality scores into three categories.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Data Splitting</a:t>
            </a:r>
            <a:r>
              <a:rPr lang="en-IN" sz="2400" b="0" dirty="0"/>
              <a:t>: Divided the data into training and testing sets.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Model Training: </a:t>
            </a:r>
            <a:r>
              <a:rPr lang="en-IN" sz="2400" b="0" dirty="0"/>
              <a:t>Trained three machine learning classification models.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Model Evaluation: </a:t>
            </a:r>
            <a:r>
              <a:rPr lang="en-IN" sz="2400" b="0" dirty="0"/>
              <a:t>Compared model performance using evaluation metrics.</a:t>
            </a:r>
          </a:p>
        </p:txBody>
      </p:sp>
    </p:spTree>
    <p:extLst>
      <p:ext uri="{BB962C8B-B14F-4D97-AF65-F5344CB8AC3E}">
        <p14:creationId xmlns:p14="http://schemas.microsoft.com/office/powerpoint/2010/main" val="2515906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CF312-939C-C76F-98BA-FA42DF46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00" y="351643"/>
            <a:ext cx="10963656" cy="691094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</a:rPr>
              <a:t>Exploratory Data Analysis (EDA)</a:t>
            </a:r>
            <a:br>
              <a:rPr lang="en-IN" sz="4000" dirty="0">
                <a:solidFill>
                  <a:schemeClr val="accent1">
                    <a:lumMod val="75000"/>
                  </a:schemeClr>
                </a:solidFill>
              </a:rPr>
            </a:br>
            <a:endParaRPr lang="en-IN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023576C-5B9A-ED75-BC3B-471F3C29641F}"/>
              </a:ext>
            </a:extLst>
          </p:cNvPr>
          <p:cNvSpPr txBox="1">
            <a:spLocks/>
          </p:cNvSpPr>
          <p:nvPr/>
        </p:nvSpPr>
        <p:spPr>
          <a:xfrm>
            <a:off x="404100" y="1042737"/>
            <a:ext cx="6044826" cy="56147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dirty="0"/>
              <a:t>Exploratory Data Analysis was performed to understand the dataset and identify patterns.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dirty="0"/>
              <a:t>Checked the dataset structure and summary statistics.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dirty="0"/>
              <a:t>Examined missing values and duplicate records.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dirty="0"/>
              <a:t>Visualized the distribution of wine quality scores.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dirty="0"/>
              <a:t>Created histograms to understand feature distributions.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dirty="0"/>
              <a:t>Used a correlation heatmap to examine relationships between features.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71C746-3F1D-2B3E-99C5-2970A1C13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41271"/>
            <a:ext cx="5823284" cy="393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18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5C98-D8E4-7F68-D60A-B80821F9C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71432"/>
            <a:ext cx="10963656" cy="723178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50000"/>
                  </a:schemeClr>
                </a:solidFill>
              </a:rPr>
              <a:t>Feature Engineering and Data Splitting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0B06C2D-7815-5D67-EAA9-8D7E43C47F43}"/>
              </a:ext>
            </a:extLst>
          </p:cNvPr>
          <p:cNvSpPr txBox="1">
            <a:spLocks/>
          </p:cNvSpPr>
          <p:nvPr/>
        </p:nvSpPr>
        <p:spPr>
          <a:xfrm>
            <a:off x="612648" y="1235242"/>
            <a:ext cx="10963656" cy="51106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/>
              <a:t>Quality Categories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0" dirty="0"/>
              <a:t>Low Quality: Score ≤ 5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0" dirty="0"/>
              <a:t>Medium Quality: Score = 6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0" dirty="0"/>
              <a:t>High Quality: Score ≥ 7</a:t>
            </a:r>
          </a:p>
          <a:p>
            <a:pPr lvl="0"/>
            <a:endParaRPr lang="en-IN" sz="2400" b="0" dirty="0"/>
          </a:p>
          <a:p>
            <a:r>
              <a:rPr lang="en-IN" sz="2400" dirty="0"/>
              <a:t>Data Splitting</a:t>
            </a:r>
          </a:p>
          <a:p>
            <a:endParaRPr lang="en-IN" sz="2400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0" dirty="0"/>
              <a:t>Training data: 80%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0" dirty="0"/>
              <a:t>Testing data: 20%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0" dirty="0"/>
              <a:t>Stratified splitting was used to maintain the distribution of quality categories.</a:t>
            </a:r>
          </a:p>
        </p:txBody>
      </p:sp>
    </p:spTree>
    <p:extLst>
      <p:ext uri="{BB962C8B-B14F-4D97-AF65-F5344CB8AC3E}">
        <p14:creationId xmlns:p14="http://schemas.microsoft.com/office/powerpoint/2010/main" val="23072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17AC-28BF-D380-F917-44FB720A2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72" y="255391"/>
            <a:ext cx="10963656" cy="787346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50000"/>
                  </a:schemeClr>
                </a:solidFill>
              </a:rPr>
              <a:t>Machine Learning Models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81F86C-8582-7669-27A2-33BA88A0DA44}"/>
              </a:ext>
            </a:extLst>
          </p:cNvPr>
          <p:cNvSpPr txBox="1">
            <a:spLocks/>
          </p:cNvSpPr>
          <p:nvPr/>
        </p:nvSpPr>
        <p:spPr>
          <a:xfrm>
            <a:off x="614172" y="1042737"/>
            <a:ext cx="10963656" cy="555987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0" dirty="0"/>
              <a:t>Three machine learning classification models were trained for wine quality prediction.</a:t>
            </a:r>
          </a:p>
          <a:p>
            <a:endParaRPr lang="en-IN" b="0" dirty="0"/>
          </a:p>
          <a:p>
            <a:pPr marL="514350" indent="-514350">
              <a:buAutoNum type="arabicPeriod"/>
            </a:pPr>
            <a:r>
              <a:rPr lang="en-IN" dirty="0"/>
              <a:t>Random Forest Classifier</a:t>
            </a:r>
            <a:br>
              <a:rPr lang="en-IN" b="0" dirty="0"/>
            </a:br>
            <a:r>
              <a:rPr lang="en-IN" b="0" dirty="0"/>
              <a:t>Uses multiple decision trees to make predictions.</a:t>
            </a:r>
          </a:p>
          <a:p>
            <a:pPr marL="514350" indent="-514350">
              <a:buAutoNum type="arabicPeriod"/>
            </a:pPr>
            <a:endParaRPr lang="en-IN" b="0" dirty="0"/>
          </a:p>
          <a:p>
            <a:r>
              <a:rPr lang="en-IN" dirty="0"/>
              <a:t>2. SGD Classifier</a:t>
            </a:r>
            <a:br>
              <a:rPr lang="en-IN" b="0" dirty="0"/>
            </a:br>
            <a:r>
              <a:rPr lang="en-IN" b="0" dirty="0"/>
              <a:t>Uses stochastic gradient descent to train a classification model.</a:t>
            </a:r>
          </a:p>
          <a:p>
            <a:endParaRPr lang="en-IN" b="0" dirty="0"/>
          </a:p>
          <a:p>
            <a:r>
              <a:rPr lang="en-IN" dirty="0"/>
              <a:t>3. Support Vector Classifier (SVC)</a:t>
            </a:r>
            <a:br>
              <a:rPr lang="en-IN" b="0" dirty="0"/>
            </a:br>
            <a:r>
              <a:rPr lang="en-IN" b="0" dirty="0"/>
              <a:t>Classifies data by finding decision boundaries between categories.</a:t>
            </a:r>
          </a:p>
          <a:p>
            <a:endParaRPr lang="en-IN" b="0" dirty="0"/>
          </a:p>
          <a:p>
            <a:r>
              <a:rPr lang="en-IN" b="0" dirty="0"/>
              <a:t>The models were evaluated and compared to identify the best-performing model.</a:t>
            </a:r>
          </a:p>
        </p:txBody>
      </p:sp>
    </p:spTree>
    <p:extLst>
      <p:ext uri="{BB962C8B-B14F-4D97-AF65-F5344CB8AC3E}">
        <p14:creationId xmlns:p14="http://schemas.microsoft.com/office/powerpoint/2010/main" val="2186323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14FA9-D651-0046-F916-416A8552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79453"/>
            <a:ext cx="10963656" cy="771304"/>
          </a:xfrm>
        </p:spPr>
        <p:txBody>
          <a:bodyPr>
            <a:normAutofit fontScale="90000"/>
          </a:bodyPr>
          <a:lstStyle/>
          <a:p>
            <a:r>
              <a:rPr lang="en-IN" sz="4400" dirty="0">
                <a:solidFill>
                  <a:schemeClr val="accent1">
                    <a:lumMod val="50000"/>
                  </a:schemeClr>
                </a:solidFill>
              </a:rPr>
              <a:t>Model Evaluation and Comparison</a:t>
            </a:r>
            <a:br>
              <a:rPr lang="en-IN" dirty="0"/>
            </a:b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47361FB-4D65-5B2E-46F5-A33B691C03C1}"/>
              </a:ext>
            </a:extLst>
          </p:cNvPr>
          <p:cNvSpPr txBox="1">
            <a:spLocks/>
          </p:cNvSpPr>
          <p:nvPr/>
        </p:nvSpPr>
        <p:spPr>
          <a:xfrm>
            <a:off x="612648" y="795367"/>
            <a:ext cx="10963656" cy="5791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0" dirty="0"/>
              <a:t>The performance of the three classification models was evaluated using multiple metrics.</a:t>
            </a:r>
          </a:p>
          <a:p>
            <a:endParaRPr lang="en-IN" b="0" dirty="0"/>
          </a:p>
          <a:p>
            <a:pPr lvl="0"/>
            <a:r>
              <a:rPr lang="en-IN" dirty="0"/>
              <a:t>Accuracy: </a:t>
            </a:r>
            <a:r>
              <a:rPr lang="en-IN" b="0" dirty="0"/>
              <a:t>Measures the overall percentage of correct predictions.</a:t>
            </a:r>
          </a:p>
          <a:p>
            <a:pPr lvl="0"/>
            <a:r>
              <a:rPr lang="en-IN" dirty="0"/>
              <a:t>Precision: </a:t>
            </a:r>
            <a:r>
              <a:rPr lang="en-IN" b="0" dirty="0"/>
              <a:t>Measures how many predicted categories were correct.</a:t>
            </a:r>
          </a:p>
          <a:p>
            <a:pPr lvl="0"/>
            <a:r>
              <a:rPr lang="en-IN" dirty="0"/>
              <a:t>Recall: </a:t>
            </a:r>
            <a:r>
              <a:rPr lang="en-IN" b="0" dirty="0"/>
              <a:t>Measures how many actual cases were correctly identified.</a:t>
            </a:r>
          </a:p>
          <a:p>
            <a:pPr lvl="0"/>
            <a:r>
              <a:rPr lang="en-IN" dirty="0"/>
              <a:t>F1-score: </a:t>
            </a:r>
            <a:r>
              <a:rPr lang="en-IN" b="0" dirty="0"/>
              <a:t>Balances precision and recall.</a:t>
            </a:r>
          </a:p>
          <a:p>
            <a:pPr lvl="0"/>
            <a:r>
              <a:rPr lang="en-IN" dirty="0"/>
              <a:t>Confusion Matrix: </a:t>
            </a:r>
            <a:r>
              <a:rPr lang="en-IN" b="0" dirty="0"/>
              <a:t>Shows correct and incorrect predictions for each category.</a:t>
            </a:r>
          </a:p>
          <a:p>
            <a:pPr lvl="0"/>
            <a:endParaRPr lang="en-IN" b="0" dirty="0"/>
          </a:p>
          <a:p>
            <a:r>
              <a:rPr lang="en-IN" dirty="0"/>
              <a:t>Model Comparison:</a:t>
            </a:r>
            <a:br>
              <a:rPr lang="en-IN" dirty="0"/>
            </a:br>
            <a:r>
              <a:rPr lang="en-IN" b="0" dirty="0"/>
              <a:t>The Random Forest, SGD, and SVC models were compared using their evaluation scores to identify the best-performing model.</a:t>
            </a:r>
          </a:p>
          <a:p>
            <a:pPr lvl="0"/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3824908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6453-6BA0-3A1E-AEEF-721BE4CF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29" y="255390"/>
            <a:ext cx="5481828" cy="578799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accent1">
                    <a:lumMod val="50000"/>
                  </a:schemeClr>
                </a:solidFill>
              </a:rPr>
              <a:t>Feature Importance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C6ABAE-017C-2F84-25DA-FAE07570895F}"/>
              </a:ext>
            </a:extLst>
          </p:cNvPr>
          <p:cNvSpPr txBox="1">
            <a:spLocks/>
          </p:cNvSpPr>
          <p:nvPr/>
        </p:nvSpPr>
        <p:spPr>
          <a:xfrm>
            <a:off x="293329" y="969263"/>
            <a:ext cx="5089254" cy="44863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IN" b="0" dirty="0"/>
              <a:t>Feature importance analysis was performed using the Random Forest Classifier.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IN" b="0" dirty="0"/>
          </a:p>
          <a:p>
            <a:pPr marL="457200" lvl="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Identified the chemical properties that contributed most </a:t>
            </a:r>
            <a:r>
              <a:rPr lang="en-IN" sz="3100" b="0" dirty="0"/>
              <a:t>to</a:t>
            </a:r>
            <a:r>
              <a:rPr lang="en-IN" b="0" dirty="0"/>
              <a:t> the model's predictions.</a:t>
            </a:r>
          </a:p>
          <a:p>
            <a:pPr marL="457200" lvl="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Compared the relative importance of different input features.</a:t>
            </a:r>
          </a:p>
          <a:p>
            <a:pPr marL="457200" lvl="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Helped understand which features influenced wine quality classification.</a:t>
            </a:r>
          </a:p>
          <a:p>
            <a:pPr lvl="0">
              <a:lnSpc>
                <a:spcPct val="120000"/>
              </a:lnSpc>
            </a:pPr>
            <a:endParaRPr lang="en-IN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E61B0F-9CDF-7357-0188-F65DE0F1A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583" y="834189"/>
            <a:ext cx="6776512" cy="404261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E5884FD-AD7E-110E-E5E5-31764C574A28}"/>
              </a:ext>
            </a:extLst>
          </p:cNvPr>
          <p:cNvSpPr txBox="1">
            <a:spLocks/>
          </p:cNvSpPr>
          <p:nvPr/>
        </p:nvSpPr>
        <p:spPr>
          <a:xfrm>
            <a:off x="163117" y="5309937"/>
            <a:ext cx="11865766" cy="1157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IN" sz="2400" b="0" dirty="0"/>
              <a:t>The analysis provides insights into the relationship between wine characteristics and predicted quality categories.</a:t>
            </a:r>
          </a:p>
        </p:txBody>
      </p:sp>
    </p:spTree>
    <p:extLst>
      <p:ext uri="{BB962C8B-B14F-4D97-AF65-F5344CB8AC3E}">
        <p14:creationId xmlns:p14="http://schemas.microsoft.com/office/powerpoint/2010/main" val="532669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B1AC-A465-2FDC-1102-97D7CC65E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94" y="250966"/>
            <a:ext cx="10963656" cy="683690"/>
          </a:xfrm>
        </p:spPr>
        <p:txBody>
          <a:bodyPr/>
          <a:lstStyle/>
          <a:p>
            <a:r>
              <a:rPr lang="en-IN" sz="4000" dirty="0">
                <a:solidFill>
                  <a:schemeClr val="accent1">
                    <a:lumMod val="50000"/>
                  </a:schemeClr>
                </a:solidFill>
              </a:rPr>
              <a:t>Conclusion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9CCFE1C-2253-1566-D0E3-9A07AA69A9D9}"/>
              </a:ext>
            </a:extLst>
          </p:cNvPr>
          <p:cNvSpPr txBox="1">
            <a:spLocks/>
          </p:cNvSpPr>
          <p:nvPr/>
        </p:nvSpPr>
        <p:spPr>
          <a:xfrm>
            <a:off x="331294" y="934656"/>
            <a:ext cx="11860706" cy="49886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b="0" dirty="0"/>
              <a:t>In this project, the task was to develop predictive models for the category of red wine quality using data analytics and machine learning.</a:t>
            </a:r>
          </a:p>
          <a:p>
            <a:pPr>
              <a:lnSpc>
                <a:spcPct val="100000"/>
              </a:lnSpc>
            </a:pPr>
            <a:endParaRPr lang="en-US" b="0" dirty="0"/>
          </a:p>
          <a:p>
            <a:pPr marL="5715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Conducted exploratory data analysis on the dataset.</a:t>
            </a:r>
          </a:p>
          <a:p>
            <a:pPr marL="5715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Categorized wine quality into Low, Medium, and High.</a:t>
            </a:r>
          </a:p>
          <a:p>
            <a:pPr marL="5715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Developed three machine learning models: Random Forest, SGD, and SVC.</a:t>
            </a:r>
          </a:p>
          <a:p>
            <a:pPr marL="5715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Compared model performances using several evaluation metrics.</a:t>
            </a:r>
          </a:p>
          <a:p>
            <a:pPr marL="5715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Performed feature importance analysis to identify important chemicals.</a:t>
            </a:r>
          </a:p>
          <a:p>
            <a:pPr>
              <a:lnSpc>
                <a:spcPct val="100000"/>
              </a:lnSpc>
            </a:pPr>
            <a:endParaRPr lang="en-US" b="0" dirty="0"/>
          </a:p>
          <a:p>
            <a:pPr>
              <a:lnSpc>
                <a:spcPct val="100000"/>
              </a:lnSpc>
            </a:pPr>
            <a:r>
              <a:rPr lang="en-US" dirty="0"/>
              <a:t>Result: </a:t>
            </a:r>
            <a:r>
              <a:rPr lang="en-US" b="0" dirty="0"/>
              <a:t>This project illustrated an application of machine learning to categorize wine quality.</a:t>
            </a: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4286143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63006-9FB8-FAAF-B1C2-1092E053A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574027"/>
          </a:xfrm>
        </p:spPr>
        <p:txBody>
          <a:bodyPr>
            <a:noAutofit/>
          </a:bodyPr>
          <a:lstStyle/>
          <a:p>
            <a:pPr algn="ctr"/>
            <a:r>
              <a:rPr lang="en-IN" sz="3200" dirty="0"/>
              <a:t>Thank You!</a:t>
            </a:r>
            <a:br>
              <a:rPr lang="en-IN" sz="3200" dirty="0"/>
            </a:br>
            <a:br>
              <a:rPr lang="en-IN" sz="3200" dirty="0"/>
            </a:br>
            <a:endParaRPr lang="en-IN" sz="3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455A67A-073A-92F7-71CF-F9011E16D8CA}"/>
              </a:ext>
            </a:extLst>
          </p:cNvPr>
          <p:cNvSpPr txBox="1">
            <a:spLocks/>
          </p:cNvSpPr>
          <p:nvPr/>
        </p:nvSpPr>
        <p:spPr>
          <a:xfrm>
            <a:off x="612648" y="1835860"/>
            <a:ext cx="10963656" cy="57402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7500" lnSpcReduction="2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/>
              <a:t>Thank you for taking the time to view my project.</a:t>
            </a:r>
            <a:br>
              <a:rPr lang="en-IN" dirty="0"/>
            </a:b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C60745-E286-EE9A-A8F8-0AFE308BE502}"/>
              </a:ext>
            </a:extLst>
          </p:cNvPr>
          <p:cNvSpPr txBox="1">
            <a:spLocks/>
          </p:cNvSpPr>
          <p:nvPr/>
        </p:nvSpPr>
        <p:spPr>
          <a:xfrm>
            <a:off x="612648" y="3005444"/>
            <a:ext cx="10963656" cy="16012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2500" lnSpcReduction="2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900" dirty="0">
                <a:solidFill>
                  <a:schemeClr val="accent1">
                    <a:lumMod val="75000"/>
                  </a:schemeClr>
                </a:solidFill>
              </a:rPr>
              <a:t>Wine Quality Prediction</a:t>
            </a:r>
          </a:p>
          <a:p>
            <a:pPr algn="ctr"/>
            <a:endParaRPr lang="en-IN" dirty="0"/>
          </a:p>
          <a:p>
            <a:pPr algn="ctr"/>
            <a:br>
              <a:rPr lang="en-IN" dirty="0"/>
            </a:br>
            <a:r>
              <a:rPr lang="en-IN" dirty="0"/>
              <a:t>Data Analytics Internship — Level 2, Task 2</a:t>
            </a:r>
            <a:br>
              <a:rPr lang="en-IN" dirty="0"/>
            </a:b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5D34806-CD63-09EC-7646-1F226ED97DC5}"/>
              </a:ext>
            </a:extLst>
          </p:cNvPr>
          <p:cNvSpPr txBox="1">
            <a:spLocks/>
          </p:cNvSpPr>
          <p:nvPr/>
        </p:nvSpPr>
        <p:spPr>
          <a:xfrm>
            <a:off x="612648" y="5202281"/>
            <a:ext cx="10963656" cy="57402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800" b="1" kern="1200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pc="0" dirty="0"/>
              <a:t>Nandini Dolas</a:t>
            </a:r>
          </a:p>
        </p:txBody>
      </p:sp>
    </p:spTree>
    <p:extLst>
      <p:ext uri="{BB962C8B-B14F-4D97-AF65-F5344CB8AC3E}">
        <p14:creationId xmlns:p14="http://schemas.microsoft.com/office/powerpoint/2010/main" val="3851658752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38</TotalTime>
  <Words>652</Words>
  <Application>Microsoft Office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Helena</vt:lpstr>
      <vt:lpstr>OASIS INFOBYTE | DATA ANALYTICS INTERNSHIP</vt:lpstr>
      <vt:lpstr>Project Objective</vt:lpstr>
      <vt:lpstr>Dataset Overview</vt:lpstr>
      <vt:lpstr>Project Workflow</vt:lpstr>
      <vt:lpstr>Exploratory Data Analysis (EDA) </vt:lpstr>
      <vt:lpstr>Feature Engineering and Data Splitting</vt:lpstr>
      <vt:lpstr>Machine Learning Models</vt:lpstr>
      <vt:lpstr>Model Evaluation and Comparison </vt:lpstr>
      <vt:lpstr>Feature Importance</vt:lpstr>
      <vt:lpstr>Conclusion</vt:lpstr>
      <vt:lpstr>Thank You!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D</dc:creator>
  <cp:lastModifiedBy>Nandini D</cp:lastModifiedBy>
  <cp:revision>1</cp:revision>
  <dcterms:created xsi:type="dcterms:W3CDTF">2026-10-26T08:27:08Z</dcterms:created>
  <dcterms:modified xsi:type="dcterms:W3CDTF">2026-10-26T09:05:57Z</dcterms:modified>
</cp:coreProperties>
</file>